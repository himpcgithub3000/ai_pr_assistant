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29184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TECHNICAL BRIEFING &amp;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Deterministic AI Pull Request Assistant</a:t>
            </a:r>
          </a:p>
          <a:p>
            <a:pPr>
              <a:defRPr sz="2400" b="1">
                <a:solidFill>
                  <a:srgbClr val="06B6D4"/>
                </a:solidFill>
              </a:defRPr>
            </a:pPr>
            <a:r>
              <a:t>Stage 2 Implementation, Academic Research &amp; Enterprise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An end-to-end autonomous review platform combining mathematical evidence validation, pre-warmed sandbox pools (&lt;800ms), risk-calibrated preemption queues (Meta RADAR), and context-aware merge conflict intelligence (Rover/Merge-Bench).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33832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Active Implementation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Stage 2 Production Engine</a:t>
            </a:r>
            <a:br/>
            <a:r>
              <a:t>POOL_MGR, CIRCUIT_BREAKER, SALVAGE_GATE, &amp; Kafka-style priority partitions on AWS EC2.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389120"/>
            <a:ext cx="33832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Research Foundations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Empirical Academic Grounding</a:t>
            </a:r>
            <a:br/>
            <a:r>
              <a:t>Atlassian HalluJudge, Meta RADAR, 50% Hallucination study, and Rover conflict benchmarks.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389120"/>
            <a:ext cx="33832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7-Pillar Future Scope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Enterprise Strategic Roadmap</a:t>
            </a:r>
            <a:br/>
            <a:r>
              <a:t>Self-healing PRs, predictive conflict radar, KEDA autoscaling, multi-tenant RBAC, and polyglot sandboxes.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PRODUCTION ENGINE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SLIDE 2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Stage 2 Implementation: Distributed Scaling &amp; Robustness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1. POOL_MGR (Pre-Warmed Sandbox Pool)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Sub-Second Container Cold-Start Elimination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Eliminates 14s container spin-up delays by maintaining a warm background pool of Docker runners.</a:t>
            </a:r>
            <a:br/>
            <a:r>
              <a:t>• Delivers sub-second pytest / jest execution in &lt;800ms with isolated ephemeral namespaces.</a:t>
            </a:r>
            <a:br/>
            <a:r>
              <a:t>• Verified: Clean automated test verification with physical exit codes and standard error capturing.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2. CIRCUIT_BREAKER (Agent Fault Protection)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Exponential Backoff &amp; Graceful Fallback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Wraps LLM reasoning calls with 3-state failure tracking (CLOSED, OPEN, HALF-OPEN).</a:t>
            </a:r>
            <a:br/>
            <a:r>
              <a:t>• Enforces exponential backoff when upstream LLM APIs experience rate limits or latency spikes.</a:t>
            </a:r>
            <a:br/>
            <a:r>
              <a:t>• Automatically falls back to deterministic AST static rules to guarantee zero pipeline blocking.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3. SALVAGE_GATE (Stale Artifact Reuse)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Intelligent Partial Artifact Salvage Gate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When developers push rapid follow-up commits, previous in-flight runs become stale.</a:t>
            </a:r>
            <a:br/>
            <a:r>
              <a:t>• SalvageGate inspects AST syntax trees and reuses verified artifacts for unchanged files.</a:t>
            </a:r>
            <a:br/>
            <a:r>
              <a:t>• Cuts redundant LLM inference and sandbox compute by up to 60% on multi-commit PRs.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4. KAFKA_QUEUE &amp; Micro-Batching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Multi-Topic Priority Partitions &amp; AsyncWriteQueue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Redis multi-topic partitioning (pr_analysis_p0/p1/p2) guarantees hotfixes preempt regular diffs.</a:t>
            </a:r>
            <a:br/>
            <a:r>
              <a:t>• AsyncWriteQueue micro-batches telemetry, test proofs, and findings into PostgreSQL.</a:t>
            </a:r>
            <a:br/>
            <a:r>
              <a:t>• Benchmarked to sustain 500+ writes/sec without locking or database connection pool exhaustion.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PRODUCTION VALIDATION &amp; EMPIRICAL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SLIDE 3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End-to-End Live Proof: Zero-Command Webhook Review on PR #2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Automated Webhook Lifecycle (Zero Manual Intervention)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1. Mac Local Push: Pushed branch 'conflict/header-search-v2' to GitHub from local workspace without AWS CLI.</a:t>
            </a:r>
            <a:br/>
            <a:br/>
            <a:r>
              <a:t>2. Pull Request Created: Opened PR #2 against base branch 'search' on HIMpcgithub3000/Airbnb-clone.</a:t>
            </a:r>
            <a:br/>
            <a:br/>
            <a:r>
              <a:t>3. Automated Ingestion: GitHub dispatched pull_request.opened webhook to http://13.201.6.39:8000/webhook/github.</a:t>
            </a:r>
            <a:br/>
            <a:br/>
            <a:r>
              <a:t>4. Priority Routing: API extracted '[P0 Conflict]' from title, created immutable SHA contract dfbab7dc, and enqueued to pr_analysis_p0.</a:t>
            </a:r>
            <a:br/>
            <a:br/>
            <a:r>
              <a:t>5. Worker Execution: pr-worker checked out HEAD (119547f), ran AST analyzers, executed sandbox test suite, and confirmed physical evidence in 4.8s.</a:t>
            </a:r>
            <a:br/>
            <a:br/>
            <a:r>
              <a:t>6. Automated Comment: Posted review comment (ID: 6412599060) to GitHub PR conversation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Verified Findings &amp; Sandbox Evidence (PR #2)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🚨 Finding 1: [SECURITY] Unsafe eval() Invocations</a:t>
            </a:r>
            <a:br/>
            <a:r>
              <a:t>• File: components/HeaderConflictSearch.tsx:15</a:t>
            </a:r>
            <a:br/>
            <a:r>
              <a:t>• Severity: CRITICAL | Confidence: 95% (Physical AST line match)</a:t>
            </a:r>
            <a:br/>
            <a:r>
              <a:t>• Evidence: eval('window.__search_debug = true;') detected &amp; flagged.</a:t>
            </a:r>
            <a:br/>
            <a:br/>
            <a:r>
              <a:t>⚠️ Finding 2: [QUALITY] Unresolved TODO Marker</a:t>
            </a:r>
            <a:br/>
            <a:r>
              <a:t>• File: components/HeaderConflictSearch.tsx:12</a:t>
            </a:r>
            <a:br/>
            <a:r>
              <a:t>• Severity: LOW | Confidence: 95% (Diff hunk line match)</a:t>
            </a:r>
            <a:br/>
            <a:r>
              <a:t>• Evidence: // TODO: implement debounce and secure sanitize query</a:t>
            </a:r>
            <a:br/>
            <a:br/>
            <a:r>
              <a:t>🧪 Deterministic Sandbox Execution Proof:</a:t>
            </a:r>
            <a:br/>
            <a:r>
              <a:t>• Suite: test_generated_suite.py -&gt; PASSED (Exit Code: 0)</a:t>
            </a:r>
            <a:br/>
            <a:r>
              <a:t>• Pre-Warmed Pool: Runner checked out exact SHA 119547f in 750ms.</a:t>
            </a:r>
            <a:br/>
            <a:r>
              <a:t>• Live Contract Status: Status=COMPLETED, is_fresh=True.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EMPIRICAL SOFTWARE ENGINEERING RESEARCH (PAGE 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SLIDE 4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Research Foundations: Hallucination Mitigation &amp; Quality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Paper 1: Hallucinations in Code-to-Text Tasks (arXiv:2508.08661)</a:t>
            </a:r>
          </a:p>
          <a:p>
            <a:pPr>
              <a:defRPr sz="1100" b="1">
                <a:solidFill>
                  <a:srgbClr val="3B82F6"/>
                </a:solidFill>
              </a:defRPr>
            </a:pPr>
            <a:r>
              <a:t>Liu, Lin, &amp; Thongtanunam (Empirical Software Engineering Study)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The Core Discovery: Approximately 50% of LLM-generated code review comments contain hallucinations (such as inventing non-existent library functions, fabricating type contracts, or identifying errors on unchanged lines).</a:t>
            </a:r>
            <a:br/>
            <a:br/>
            <a:r>
              <a:t>• Root Causes: Token-level exposure bias, lack of physical AST constraints, and inability of standard autoregressive models to verify line indices against git patch diffs.</a:t>
            </a:r>
            <a:br/>
            <a:br/>
            <a:r>
              <a:t>• Architectural Solution in Our Project: EvidenceValidator cross-verifies all candidate findings against physical diff hunk line offsets (@@ -a,b +c,d @@). If a finding points to an unverified line, it is dropped with zero developer exposure.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Paper 2: HalluJudge — Reference-Free Detection (arXiv:2601.19072)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Tantithamthavorn et al. (Atlassian / Monash University Research)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The Industrial Challenge: Traditional BLEU, ROUGE, and CodeBLEU benchmarks require pre-existing human ground-truth comments, which do not exist during live pull request reviews.</a:t>
            </a:r>
            <a:br/>
            <a:br/>
            <a:r>
              <a:t>• The HalluJudge Methodology: Proposes reference-free contextual evaluation using Multi-Branch Reasoning to assess whether generated feedback aligns with actual repository state.</a:t>
            </a:r>
            <a:br/>
            <a:br/>
            <a:r>
              <a:t>• Architectural Solution in Our Project: Dual-layer scoring combining deterministic AST rule validation with LLM agent verification, ensuring only evidence with &gt;=95% confidence is published.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SYSTEM RESILIENCY &amp; MERGE INTELLIGENCE (PAGE 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SLIDE 5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Research Foundations: Review Fatigue &amp; Merge Conflict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Paper 3: RADAR — Automating Low-Risk Reviews at Meta (Meta 2026)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Adams, Nagappan, Rigby et al. (Meta Production Engineering)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The Industrial Dilemma: The widespread rollout of agentic coding assistants caused a +105% YoY explosion in code diff volume, causing catastrophic human reviewer burnout and approval bottlenecks.</a:t>
            </a:r>
            <a:br/>
            <a:br/>
            <a:r>
              <a:t>• The RADAR Innovation: Meta engineered risk calibration policies to automatically approve and review low-risk changes, preserving human engineering attention strictly for high-risk, high-complexity diffs.</a:t>
            </a:r>
            <a:br/>
            <a:br/>
            <a:r>
              <a:t>• Architectural Solution in Our Project: Kafka-model Priority Queue Manager (pr_analysis_p0/p1/p2) classifies reviews into calibrated priority tiers, giving hotfixes immediate preemption.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Paper 4: Rover &amp; Merge-Bench Conflict AI (arXiv:2605.04892 &amp; 2605.02194)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Rover Context-Aware Merge &amp; Merge-Bench Benchmark (arXiv 2026)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The Core Discovery: Standalone LLMs fail on Git merge conflicts because they inspect diff hunks in isolation, missing repository-level type definitions, function calls, and cross-file dependencies.</a:t>
            </a:r>
            <a:br/>
            <a:br/>
            <a:r>
              <a:t>• The Rover Benchmark Finding: Pairing LLMs with whole-repo program dependency graphs and test execution sandboxes outperforms traditional heuristic 3-way merge by 38%.</a:t>
            </a:r>
            <a:br/>
            <a:br/>
            <a:r>
              <a:t>• Architectural Solution in Our Project: Shared Bare Clone Cache + Incremental RAG supplies repo-wide symbol dependencies, while Docker Test Sandbox executes automated pytest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ENTERPRISE EVOLUTION ROADMAP (PAGE 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SLIDE 6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Future Scope (Part 1): Autonomous Remediation &amp; Scalability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Pillar 1: Self-Healing Pull Requests (1-Click Auto-Fix)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Automated Branch Generation &amp; Verified Remediation Commits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Current State: Assistant posts structured markdown comments with code suggestions.</a:t>
            </a:r>
            <a:br/>
            <a:r>
              <a:t>• Evolution: Automatically generates a remediation branch (e.g. fix/pr-2-security) and pushes an AST-verified commit.</a:t>
            </a:r>
            <a:br/>
            <a:r>
              <a:t>• Impact: Developers click a single 'Apply AI Fix &amp; Merge' button on GitHub, reducing resolution turnaround from hours to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Pillar 2: Predictive Merge Conflict Radar (Continuous Branch Watch)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Cross-Branch Divergence Tracking Before Merges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Current State: Conflicts are analyzed only after a PR is raised against the base branch.</a:t>
            </a:r>
            <a:br/>
            <a:r>
              <a:t>• Evolution: Background cron monitors active feature branches, computing AST overlap against main in real time.</a:t>
            </a:r>
            <a:br/>
            <a:r>
              <a:t>• Impact: Alerts developers on Slack/Teams early while code is fresh, preventing unmergeable code gridlocks.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Pillar 3: Multi-Tenant Enterprise RBAC &amp; SOC2 Compliance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Encrypted Key Vaults &amp; Tamper-Proof Audit Logging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Current State: Single-tenant configuration with personal access tokens.</a:t>
            </a:r>
            <a:br/>
            <a:r>
              <a:t>• Evolution: Enterprise SSO (SAML/Okta), role-based permissions, AWS KMS secret encryption, and tenant DB partitioning.</a:t>
            </a:r>
            <a:br/>
            <a:r>
              <a:t>• Impact: Meets strict SOC2 Type II, ISO 27001, and HIPAA compliance requirements for enterprise financial organizations.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2578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Pillar 4: Dynamic Kubernetes KEDA Worker Autoscaling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Event-Driven Cluster Scaling from 1 to 50 Pods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Current State: Static systemd background worker with local capacity management headroom.</a:t>
            </a:r>
            <a:br/>
            <a:r>
              <a:t>• Evolution: Kubernetes Event-Driven Autoscaling (KEDA) scaling worker pods based on Redis topic depth (pr_analysis_p0 lag).</a:t>
            </a:r>
            <a:br/>
            <a:r>
              <a:t>• Impact: Scales to handle peak 5:00 PM enterprise deploy windows effortlessly and scales down to zero at night.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ENTERPRISE EVOLUTION ROADMAP (PAGE 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SLIDE 7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Future Scope (Part 2): Polyglot Sandboxes, IDE Sync, &amp; KPIs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Pillar 5: Polyglot MicroVM Sandboxes (Firecracker)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Expanding Beyond Python/JS to Rust, Go, Java, and C++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• Current State: Python &amp; Node Docker test sandboxes with 60s timeout.</a:t>
            </a:r>
            <a:br/>
            <a:r>
              <a:t>• Evolution: Firecracker microVMs booting in &lt;150ms with sub-second execution across Rust, Go, Java, and C++ test suites.</a:t>
            </a:r>
            <a:br/>
            <a:r>
              <a:t>• Impact: Full hardware-level isolation with zero kernel-sharing vulnerabilities.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38328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Pillar 6: IDE Sidecar Sync (VS Code &amp; JetBrains)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Pre-Commit Feedback Directly in the Developer Editor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• Current State: Analysis triggers when pull requests are created on GitHub.</a:t>
            </a:r>
            <a:br/>
            <a:r>
              <a:t>• Evolution: Language Server Protocol (LSP) IDE plugin that executes local AST rules as developers type.</a:t>
            </a:r>
            <a:br/>
            <a:r>
              <a:t>• Impact: Catches syntax errors, secret leaks, and security flaws before commits ever leave the developer machine.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00200"/>
            <a:ext cx="338328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Pillar 7: Organization-Tailored LoRA Fine-Tuning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Custom Models Trained on Historical Merged PRs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• Current State: Foundation LLMs with generalized static analysis rules.</a:t>
            </a:r>
            <a:br/>
            <a:r>
              <a:t>• Evolution: Repository-specific LoRA adapters fine-tuned on an organization's senior engineering review guidelines.</a:t>
            </a:r>
            <a:br/>
            <a:r>
              <a:t>• Impact: Enforces internal architectural idioms and reduces review friction by 75%.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🎯 ENTERPRISE BENCHMARK TARGETS (2026-2027)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Review Latency: &lt;60 seconds from PR open to verified comment  |  • False-Positive Rate: &lt;1% via Physical AST Evidence Gates</a:t>
            </a:r>
            <a:br/>
            <a:r>
              <a:t>• Engineering Velocity: 4.5x increase in PR throughput per team  |  • Cloud Cost Efficiency: 60% compute reduction via SalvageGate artifact reuse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