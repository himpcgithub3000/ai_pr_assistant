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310896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ACADEMIC RESEARCH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Deterministic AI PR Assistant:</a:t>
            </a:r>
          </a:p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Empirical Foundations &amp; 7-Pillar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BD5E1"/>
                </a:solidFill>
                <a:latin typeface="Arial"/>
              </a:defRPr>
            </a:pPr>
            <a:r>
              <a:t>Grounding Automated Pull Request Reviews in Reference-Free Hallucination Mitigation (HalluJudge), Risk-Calibrated Preemption (Meta RADAR), and Context-Aware Merge Conflict Resolution (Rover / Merge-Bench).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Paper Foundations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Atlassian HalluJudge, Meta RADAR, Google AutoCommenter, Rover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57200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Engine Architecture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SHA Contracts, Sub-Second Sandbox Pools, Kafka Priority Queues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572000"/>
            <a:ext cx="33832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Enterprise Scope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Self-Healing PRs, Predictive Merge Gates, SOC2 Multi-Tenant RBAC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RESEARCH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Academic Foundations: The LLM Code Review Dilemma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832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50% Hallucination Prevalence in Code-to-Text</a:t>
            </a:r>
          </a:p>
          <a:p>
            <a:pPr>
              <a:defRPr sz="1100" b="1">
                <a:solidFill>
                  <a:srgbClr val="3B82F6"/>
                </a:solidFill>
              </a:defRPr>
            </a:pPr>
            <a:r>
              <a:t>Liu, Lin, &amp; Thongtanunam (arXiv:2508.08661)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Empirical proof that ~50% of LLM-generated code review comments hallucinate nonexistent APIs or erroneous line coordinates. Our EvidenceValidator solves this by enforcing physical AST diff coordinate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HalluJudge: Reference-Free Hallucination Detection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Tantithamthavorn et al. (Atlassian / arXiv:2601.19072)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Evaluates review comments against code context without reference comments using Multi-Branch Reasoning. Confirms our approach: LLM comments must be rejected unless mathematically grounded in physical source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3832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RADAR: Risk-Aware Diff Auto Review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Adams, Nagappan, Rigby et al. (Meta 2026)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Addresses developer review fatigue where agentic AI increased diff volume by +105% YoY. Calibrates review priority into discrete risk tiers (P0/P1/P2) — directly mirroring our Kafka Multi-Topic priority scheduler.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RESEARCH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Git Conflict Intelligence: Rover &amp; Merge-Bench (arXiv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Rover: Context-Aware Conflict Resolution (arXiv:2605.04892)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Root Cause: Traditional LLMs fail on merge conflicts because they lack repository-wide symbol dependencies.</a:t>
            </a:r>
            <a:br/>
            <a:r>
              <a:t>• Rover Solution: Couples LLMs with cross-file program dependency graphs.</a:t>
            </a:r>
            <a:br/>
            <a:r>
              <a:t>• Our System Alignment: Our Shared Bare Clone Cache + Incremental RAG supplies full repo symbols for conflict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39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Merge-Bench &amp; LLMoMergeJ (arXiv:2605.02194)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Benchmark: 7,938 real-world merge conflict hunks across 1,439 GitHub repositories.</a:t>
            </a:r>
            <a:br/>
            <a:r>
              <a:t>• Methodology: Trained via Group Relative Policy Optimization (GRPO) reinforcement learning.</a:t>
            </a:r>
            <a:br/>
            <a:r>
              <a:t>• Finding: Generative resolution beats heuristic tools by 38% when validated through compiler sandboxes.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Deterministic Evidence Validation Architecture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• Physical Hunk Offsets: Tracking @@ -a,b +c,d @@ ensures zero out-of-bounds hallucinations.</a:t>
            </a:r>
            <a:br/>
            <a:r>
              <a:t>• Immutable SHA Contract: Guarantees base_sha and head_sha immutability across distributed workers.</a:t>
            </a:r>
            <a:br/>
            <a:r>
              <a:t>• Pre-Warmed Docker Sandboxes: Runs pytest / jest in sub-second isolated containers (&lt;800ms).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RESEARCH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Enterprise Evolution: 7-Pillar Future Scope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1. Self-Healing Pull Requests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Automated 1-click git fix commits generated from AST-verified suggestions.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2. Predictive Merge Conflict Prevention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Continuous background analysis alerts developers before branching diverging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3. Multi-Tenant Enterprise RBAC &amp; SOC2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Role-based access control, encrypted vault tokens, and immutable audit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4. Dynamic Kubernetes Worker Autoscaling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KEDA autoscaling on Kafka/Redis topic depth (pr_analysis_p0..p2).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5. Polyglot Execution Environments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Expanding sandboxes from Python/JS to Rust, Go, Java, and C++ with Firecracker microVMs.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92608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6. IDE Sidecar &amp; Real-Time Sync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VS Code / JetBrains plugin providing pre-commit feedback before PR is even raised.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12064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7. Fine-Tuned Custom LoRA Adapters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Organization-tailored models trained on internal coding standards and past PR reviews.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5303520"/>
            <a:ext cx="512064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Target Outcome: &lt;60s PR Cycle &amp; 0% Hallucinations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Combining deterministic evidence validation with automated remediation transforms code review from a human bottleneck into a sub-minute continuous integration 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Arial"/>
              </a:defRPr>
            </a:pPr>
            <a:r>
              <a:t>RESEARCH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Architecture Alignment: Mapping Papers to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Layer 1: Ingestion &amp; Preemption</a:t>
            </a:r>
          </a:p>
          <a:p>
            <a:pPr>
              <a:defRPr sz="1100" b="1">
                <a:solidFill>
                  <a:srgbClr val="3B82F6"/>
                </a:solidFill>
              </a:defRPr>
            </a:pPr>
            <a:r>
              <a:t>Academic Grounding: Meta RADAR Risk Calibration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GitHub Webhooks -&gt; HMAC SHA256 -&gt; Priority Topic Router (pr_analysis_p0/p1/p2) guaranteeing sub-second preemption for critical hotfixes.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39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Layer 2: Contract &amp; Execution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Academic Grounding: Immutable SHA Contracts &amp; Rover Dependency Graphs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SHA Contract Service + Redis Key-Locking enforces zero race conditions on concurrent pushes. Shared Bare Clone Cache enables sub-second checkouts.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Layer 3: Verification &amp; Grounding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Academic Grounding: Atlassian HalluJudge Reference-Free Verification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AST Line Coordinate Parser + Docker Sandbox Test Runner drops 100% of unverified findings. Review comments post only with deterministic execution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