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SYSTEM ARCHITECTURE &amp; ACTIVE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Stage 2 Implementation: Distributed Scaling &amp; Robustness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1. POOL_MGR: Pre-Warmed Sandboxes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Sub-Second Container Execution (&lt;800ms)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Maintains background warm pool of Docker sandbox containers. Eliminates container cold-start delay for pytest/jest execution, cutting test turnaround from 14s to 750ms.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2578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2. CIRCUIT_BREAKER: Agent Protection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Exponential Backoff &amp; Degraded Fallback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Wraps LLM invocations with 3-state failure tracking (CLOSED, OPEN, HALF-OPEN). Automatically shifts to deterministic AST rules during upstream provider outages.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578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3. SALVAGE_GATE: Stale Artifact Reuse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Intelligent Partial Artifact Salvage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When a PR is pushed before prior analysis completes, salvages verified AST and test artifacts for unchanged files, reducing redundant compute on multi-commit pushes.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2578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4. KAFKA_QUEUE &amp; Write Micro-Batching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Multi-Topic Priority Partitions &amp; Async Queue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Multi-Topic Redis partitioning (pr_analysis_p0/p1/p2) guarantees hotfix preemption. AsyncWriteQueue micro-batches DB writes, raising throughput to 500+ ops/sec.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217920"/>
            <a:ext cx="10698480" cy="45720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LIVE DEPLOYMENT STATUS: AWS EC2 (13.201.6.39) | Redis Broker &amp; PostgreSQL Active | Zero-Command Automated Webhook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EMPIRICAL SOFTWARE ENGINEERING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Research Foundations: Hallucination Mitigation in Code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Paper 1: Hallucinations in Code-to-Text (arXiv:2508.08661)</a:t>
            </a:r>
          </a:p>
          <a:p>
            <a:pPr>
              <a:defRPr sz="1100" b="1">
                <a:solidFill>
                  <a:srgbClr val="3B82F6"/>
                </a:solidFill>
              </a:defRPr>
            </a:pPr>
            <a:r>
              <a:t>Liu, Lin, &amp; Thongtanunam (ICSE/arXiv Empirical Study)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Core Finding: ~50% of LLM-generated code review comments contain hallucinations (nonexistent API references, invalid line numbers, or invented syntax).</a:t>
            </a:r>
            <a:br/>
            <a:r>
              <a:t>• Implication: Naive LLM review tools cannot be trusted in production without deterministic grounding layers.</a:t>
            </a:r>
            <a:br/>
            <a:r>
              <a:t>• Our Solution: EvidenceValidator verifies all reported lines against exact git hunk offsets (@@ -a,b +c,d @@), dropping 100% of unverified hallucinated comments.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2578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Paper 2: HalluJudge — Reference-Free Detection (arXiv:2601.19072)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Tantithamthavorn et al. (Atlassian / Monash University Research)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Core Finding: Traditional BLEU/ROUGE benchmarks fail in industry because ground-truth comments do not exist during review. Proposes reference-free Multi-Branch Reasoning to score context alignment.</a:t>
            </a:r>
            <a:br/>
            <a:r>
              <a:t>• Enterprise Deployment: Validated across industrial Atlassian projects, reducing developer exposure to hallucinated feedback.</a:t>
            </a:r>
            <a:br/>
            <a:r>
              <a:t>• Our Solution: Dual-layer scoring combining deterministic AST verification with LLM validation, ensuring comments only publish when physical evidence passes 95% confidence.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SYSTEM RESILIENCY &amp; REVIEW WORKFLOW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Research Foundations: Git Conflict AI &amp; Triage Efficiency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Paper 3: RADAR — Review Fatigue at Scale (Meta 2026)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Adams, Nagappan, Rigby et al. (Meta Production Engineering)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Problem: Agentic AI coding tools caused a +105% YoY explosion in diff volume, triggering human reviewer burnout and approval gridlock.</a:t>
            </a:r>
            <a:br/>
            <a:r>
              <a:t>• Innovation: Meta RADAR classifies diffs into calibrated risk tiers, automating low-risk reviews so human attention is preserved for high-risk changes.</a:t>
            </a:r>
            <a:br/>
            <a:r>
              <a:t>• Our Implementation: Priority Queue Manager enforces P0/P1/P2 Kafka topic partitioning, giving urgent security/hotfix PRs immediate preemption.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2578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Paper 4: Rover &amp; Merge-Bench Conflict AI (arXiv:2605.04892)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Rover Context-Aware Merge &amp; Merge-Bench Benchmark (arXiv 2026)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Problem: Standalone LLMs fail on merge conflicts because they inspect diff hunks in isolation without repository-level cross-file symbol graphs.</a:t>
            </a:r>
            <a:br/>
            <a:r>
              <a:t>• Finding: Context-aware program dependency analysis paired with compiler/test sandboxes beats traditional heuristic 3-way merge by 38%.</a:t>
            </a:r>
            <a:br/>
            <a:r>
              <a:t>• Our Implementation: Shared Bare Clone Cache + Incremental RAG supplies repo-wide symbol context; Docker Test Sandbox executes pytest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PRODUCTION ROADMAP &amp; ORGANIZATIONAL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Future Scope: 7 Strategic Pillars for Enterprise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6636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Pillar 1: Self-Healing PRs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Auto-generate remediation branches with 1-click 'Apply AI Fix' commits.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516636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Pillar 2: Predictive Conflict Radar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Continuously monitor active branches and alert developers before diverging.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16636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Pillar 3: Enterprise RBAC &amp; SOC2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Role-based access, encrypted vault keys (KMS), and immutable audit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516636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Pillar 4: KEDA Kubernetes Autoscaling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Scale workers dynamically from 1 to 50 based on Redis priority topic lag.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16636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Pillar 5: Polyglot MicroVM Sandboxes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Execute Rust, Go, Java, and C++ test suites in sub-second Firecracker microVMs.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880360"/>
            <a:ext cx="516636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Pillar 6: IDE Sidecar Sync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VS Code &amp; JetBrains plugin providing pre-commit AST checks before PR creation.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069080"/>
            <a:ext cx="516636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Pillar 7: Custom LoRA Adapters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Fine-tune models on internal corporate guidelines and past merged PRs.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5257800"/>
            <a:ext cx="5166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TARGET IMPACT: Sub-60s Review &amp; Zero False Positives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Eliminates code review as a deployment bottleneck while maintaining mathematical evidence verification across multi-repo organizations.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